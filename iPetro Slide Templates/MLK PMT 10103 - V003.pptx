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47889E-934E-4D66-8965-6D3CBB2929AE}">
  <a:tblStyle styleId="{AC47889E-934E-4D66-8965-6D3CBB2929A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D9D1873-CDEC-4492-8A26-29E22D59D90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{AC47889E-934E-4D66-8965-6D3CBB2929AE}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{4D9D1873-CDEC-4492-8A26-29E22D59D907}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