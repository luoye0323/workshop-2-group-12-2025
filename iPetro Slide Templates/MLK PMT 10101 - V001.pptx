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embeddedFontLst>
    <p:embeddedFont>
      <p:font typeface="Federo" panose="020B060402020202020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EE8B2-2EB3-48B7-9510-630F52EF162A}">
  <a:tblStyle styleId="{51AEE8B2-2EB3-48B7-9510-630F52EF162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0C96F21-1125-4B4A-B774-6A90137E1D6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tcBdr/>
        <a:fill>
          <a:solidFill>
            <a:srgbClr val="E7F3F4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7F3F4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406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MY" sz="1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MY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>
            <p:extLst>
              <p:ext uri="{D42A27DB-BD31-4B8C-83A1-F6EECF244321}">
                <p14:modId xmlns:p14="http://schemas.microsoft.com/office/powerpoint/2010/main" val="545166510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{51AEE8B2-2EB3-48B7-9510-630F52EF162A}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 u="none" strike="noStrike" cap="none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sng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sng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 strike="noStrike" cap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strike="noStrike" cap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MY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MY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4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{F0C96F21-1125-4B4A-B774-6A90137E1D6B}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A4 Paper (210x297 mm)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Federo</vt:lpstr>
      <vt:lpstr>Calibri</vt:lpstr>
      <vt:lpstr>Times New Roman</vt:lpstr>
      <vt:lpstr>Arial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Hanin Afrina</cp:lastModifiedBy>
  <cp:revision>3</cp:revision>
  <dcterms:modified xsi:type="dcterms:W3CDTF">2025-12-11T02:26:16Z</dcterms:modified>
</cp:coreProperties>
</file>