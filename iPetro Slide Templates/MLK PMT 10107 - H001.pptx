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5"/>
  </p:sldMasterIdLst>
  <p:notesMasterIdLst>
    <p:notesMasterId r:id="rId6"/>
  </p:notesMasterIdLst>
  <p:sldIdLst>
    <p:sldId id="256" r:id="rId7"/>
  </p:sldIdLst>
  <p:sldSz cy="6858000" cx="9906000"/>
  <p:notesSz cx="10020300" cy="6888150"/>
  <p:embeddedFontLst>
    <p:embeddedFont>
      <p:font typeface="Federo"/>
      <p:regular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494EADB-1D33-4889-906B-CF4EC2AB3646}">
  <a:tblStyle styleId="{3494EADB-1D33-4889-906B-CF4EC2AB3646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647D0122-19AC-4DA4-9D97-5A9EABBC9C81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3F9FA"/>
          </a:solidFill>
        </a:fill>
      </a:tcStyle>
    </a:wholeTbl>
    <a:band1H>
      <a:tcTxStyle b="off" i="off"/>
      <a:tcStyle>
        <a:fill>
          <a:solidFill>
            <a:srgbClr val="E7F3F4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7F3F4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12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170" orient="horz"/>
        <p:guide pos="3156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Feder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975" lIns="91975" spcFirstLastPara="1" rIns="91975" wrap="square" tIns="459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975" lIns="91975" spcFirstLastPara="1" rIns="91975" wrap="square" tIns="459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MY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" name="Google Shape;47;p7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MY" sz="1400" u="none" cap="none" strike="noStrik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b="1" i="0" sz="1400" u="none" cap="none" strike="noStrik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" name="Google Shape;2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b="1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" name="Google Shape;34;p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p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p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" name="Google Shape;40;p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" name="Google Shape;41;p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4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{3494EADB-1D33-4889-906B-CF4EC2AB3646}</a:tableStyleId>
              </a:tblPr>
              <a:tblGrid>
                <a:gridCol w="1200550"/>
                <a:gridCol w="827900"/>
                <a:gridCol w="1000900"/>
                <a:gridCol w="572225"/>
                <a:gridCol w="628175"/>
                <a:gridCol w="476000"/>
                <a:gridCol w="756725"/>
                <a:gridCol w="485275"/>
                <a:gridCol w="597575"/>
                <a:gridCol w="789325"/>
                <a:gridCol w="16756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</a:rPr>
                        <a:t>                                         </a:t>
                      </a:r>
                      <a:endParaRPr b="0" sz="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/>
                        <a:t>                 MATERIAL </a:t>
                      </a:r>
                      <a:endParaRPr sz="800" u="none" cap="none" strike="noStrike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 Side</a:t>
                      </a:r>
                      <a:endParaRPr sz="800" u="none" cap="none" strike="noStrik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Tube Side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Channel (Tube Side)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50" name="Google Shape;5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7163" y="2338187"/>
            <a:ext cx="6096000" cy="240907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1" name="Google Shape;51;p4"/>
          <p:cNvGraphicFramePr/>
          <p:nvPr/>
        </p:nvGraphicFramePr>
        <p:xfrm>
          <a:off x="1623526" y="49781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{647D0122-19AC-4DA4-9D97-5A9EABBC9C81}</a:tableStyleId>
              </a:tblPr>
              <a:tblGrid>
                <a:gridCol w="1544300"/>
                <a:gridCol w="3613975"/>
                <a:gridCol w="1905000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EMAT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