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5"/>
  </p:sldMasterIdLst>
  <p:notesMasterIdLst>
    <p:notesMasterId r:id="rId6"/>
  </p:notesMasterIdLst>
  <p:sldIdLst>
    <p:sldId id="256" r:id="rId7"/>
  </p:sldIdLst>
  <p:sldSz cy="6858000" cx="9906000"/>
  <p:notesSz cx="10020300" cy="6888150"/>
  <p:embeddedFontLst>
    <p:embeddedFont>
      <p:font typeface="Federo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112F99-98E7-4760-8E34-E27CABF18234}">
  <a:tblStyle styleId="{65112F99-98E7-4760-8E34-E27CABF18234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D7484680-DE35-44D0-891F-160A9EEFDF04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 b="off" i="off"/>
      <a:tcStyle>
        <a:fill>
          <a:solidFill>
            <a:srgbClr val="E7F3F4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7F3F4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70" orient="horz"/>
        <p:guide pos="315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Feder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975" lIns="91975" spcFirstLastPara="1" rIns="91975" wrap="square" tIns="459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MY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975" lIns="91975" spcFirstLastPara="1" rIns="91975" wrap="square" tIns="459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/>
          <p:nvPr>
            <p:ph idx="2" type="sldImg"/>
          </p:nvPr>
        </p:nvSpPr>
        <p:spPr>
          <a:xfrm>
            <a:off x="3141663" y="515938"/>
            <a:ext cx="3732212" cy="2584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MY" sz="1400" u="none" cap="none" strike="noStrik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b="1" i="0" sz="1400" u="none" cap="none" strike="noStrik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MY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4"/>
          <p:cNvGraphicFramePr/>
          <p:nvPr/>
        </p:nvGraphicFramePr>
        <p:xfrm>
          <a:off x="475863" y="7838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{65112F99-98E7-4760-8E34-E27CABF18234}</a:tableStyleId>
              </a:tblPr>
              <a:tblGrid>
                <a:gridCol w="1029825"/>
                <a:gridCol w="1289525"/>
                <a:gridCol w="964775"/>
                <a:gridCol w="551575"/>
                <a:gridCol w="605500"/>
                <a:gridCol w="416950"/>
                <a:gridCol w="771275"/>
                <a:gridCol w="467750"/>
                <a:gridCol w="576000"/>
                <a:gridCol w="760825"/>
                <a:gridCol w="1615125"/>
              </a:tblGrid>
              <a:tr h="1942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b="0" sz="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/>
                        <a:t>                 MATERIAL </a:t>
                      </a:r>
                      <a:endParaRPr sz="800" u="none" cap="none" strike="noStrike"/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 cap="none" strike="noStrik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 cap="none" strike="noStrik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</a:tr>
              <a:tr h="333000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 vMerge="1"/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 vMerge="1"/>
              </a:tr>
              <a:tr h="322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0" i="0" lang="en-MY" sz="11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Shell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ASME VIII DIV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SS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83125" marL="831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 vMerge="1"/>
              </a:tr>
            </a:tbl>
          </a:graphicData>
        </a:graphic>
      </p:graphicFrame>
      <p:pic>
        <p:nvPicPr>
          <p:cNvPr id="50" name="Google Shape;50;p4"/>
          <p:cNvPicPr preferRelativeResize="0"/>
          <p:nvPr/>
        </p:nvPicPr>
        <p:blipFill rotWithShape="1">
          <a:blip r:embed="rId3">
            <a:alphaModFix/>
          </a:blip>
          <a:srcRect b="5904" l="0" r="0" t="0"/>
          <a:stretch/>
        </p:blipFill>
        <p:spPr>
          <a:xfrm>
            <a:off x="2960197" y="2379023"/>
            <a:ext cx="3516803" cy="15754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" name="Google Shape;51;p4"/>
          <p:cNvGraphicFramePr/>
          <p:nvPr/>
        </p:nvGraphicFramePr>
        <p:xfrm>
          <a:off x="990600" y="3990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{D7484680-DE35-44D0-891F-160A9EEFDF04}</a:tableStyleId>
              </a:tblPr>
              <a:tblGrid>
                <a:gridCol w="1856875"/>
                <a:gridCol w="4812975"/>
                <a:gridCol w="1485900"/>
              </a:tblGrid>
              <a:tr h="17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b="0"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20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UTTM (Correction Factor)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 1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7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100% external visual inspection prior to insulation removal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Ref: 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 General VI. Ext Inspection Checklist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 CUI-CLSCC inspection checklist.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r>
                        <a:rPr b="1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b="1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indication.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DPI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(High Temp)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suspected area where accessible: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 5% DPT or Eddy Current Testing with UT follow up of all relevant indication as per Attachment 2</a:t>
                      </a:r>
                      <a:endParaRPr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0" lang="en-MY" sz="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CUI-CLSCC</a:t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b="0" sz="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