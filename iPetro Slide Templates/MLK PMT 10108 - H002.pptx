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D4DF4-9672-4E7C-8A17-633F8A307770}">
  <a:tblStyle styleId="{F28D4DF4-9672-4E7C-8A17-633F8A30777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0C8D018-C7BD-498B-A876-A536E046DF8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{F28D4DF4-9672-4E7C-8A17-633F8A307770}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" name="Google Shape;51;p4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{30C8D018-C7BD-498B-A876-A536E046DF85}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