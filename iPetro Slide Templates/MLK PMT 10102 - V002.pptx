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5"/>
  </p:sldMasterIdLst>
  <p:notesMasterIdLst>
    <p:notesMasterId r:id="rId6"/>
  </p:notesMasterIdLst>
  <p:sldIdLst>
    <p:sldId id="256" r:id="rId7"/>
  </p:sldIdLst>
  <p:sldSz cy="6858000" cx="9906000"/>
  <p:notesSz cx="10020300" cy="6888150"/>
  <p:embeddedFontLst>
    <p:embeddedFont>
      <p:font typeface="Federo"/>
      <p:regular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C26205-AF1B-4B7C-91A2-0462DA2ECFAB}">
  <a:tblStyle styleId="{78C26205-AF1B-4B7C-91A2-0462DA2ECFA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DCCD4EF8-0AF4-40FE-B8BA-A71BAC8434E1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 b="off" i="off"/>
      <a:tcStyle>
        <a:fill>
          <a:solidFill>
            <a:srgbClr val="E7F3F4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7F3F4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70" orient="horz"/>
        <p:guide pos="315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Feder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MY" sz="1400" u="none" cap="none" strike="noStrik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b="1" i="0" sz="1400" u="none" cap="none" strike="noStrik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" name="Google Shape;2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4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{78C26205-AF1B-4B7C-91A2-0462DA2ECFAB}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576000"/>
                <a:gridCol w="76082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/>
                        <a:t>                 MATERIAL </a:t>
                      </a:r>
                      <a:endParaRPr sz="800" u="none" cap="none" strike="noStrike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</a:t>
                      </a:r>
                      <a:endParaRPr sz="800" u="none" cap="none" strike="noStrik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 cap="none" strike="noStrik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Head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243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50" name="Google Shape;5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2600" y="2426878"/>
            <a:ext cx="3431333" cy="38328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1" name="Google Shape;51;p4"/>
          <p:cNvGraphicFramePr/>
          <p:nvPr/>
        </p:nvGraphicFramePr>
        <p:xfrm>
          <a:off x="475862" y="30043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{DCCD4EF8-0AF4-40FE-B8BA-A71BAC8434E1}</a:tableStyleId>
              </a:tblPr>
              <a:tblGrid>
                <a:gridCol w="1152925"/>
                <a:gridCol w="1800225"/>
                <a:gridCol w="1524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b="1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