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7F3134-9D8A-4CFA-B457-A4D73A16542D}">
  <a:tblStyle styleId="{C17F3134-9D8A-4CFA-B457-A4D73A16542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3376369-A366-40DB-B560-D416196E3EF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{C17F3134-9D8A-4CFA-B457-A4D73A16542D}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50" name="Google Shape;50;p4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{63376369-A366-40DB-B560-D416196E3EFD}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