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5"/>
  </p:sldMasterIdLst>
  <p:notesMasterIdLst>
    <p:notesMasterId r:id="rId6"/>
  </p:notesMasterIdLst>
  <p:sldIdLst>
    <p:sldId id="256" r:id="rId7"/>
  </p:sldIdLst>
  <p:sldSz cy="6858000" cx="9906000"/>
  <p:notesSz cx="10020300" cy="6888150"/>
  <p:embeddedFontLst>
    <p:embeddedFont>
      <p:font typeface="Federo"/>
      <p:regular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3F91C9-B0E8-464D-A633-467E7A755001}">
  <a:tblStyle styleId="{293F91C9-B0E8-464D-A633-467E7A75500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E8BA93DF-6782-4181-9216-1250B76D79DC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F9FA"/>
          </a:solidFill>
        </a:fill>
      </a:tcStyle>
    </a:wholeTbl>
    <a:band1H>
      <a:tcTxStyle b="off" i="off"/>
      <a:tcStyle>
        <a:fill>
          <a:solidFill>
            <a:srgbClr val="E7F3F4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7F3F4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70" orient="horz"/>
        <p:guide pos="315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Feder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6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MY" sz="1400" u="none" cap="none" strike="noStrik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b="1" i="0" sz="1400" u="none" cap="none" strike="noStrik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" name="Google Shape;2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4"/>
          <p:cNvGraphicFramePr/>
          <p:nvPr/>
        </p:nvGraphicFramePr>
        <p:xfrm>
          <a:off x="442104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{293F91C9-B0E8-464D-A633-467E7A755001}</a:tableStyleId>
              </a:tblPr>
              <a:tblGrid>
                <a:gridCol w="1033650"/>
                <a:gridCol w="1294350"/>
                <a:gridCol w="968375"/>
                <a:gridCol w="553625"/>
                <a:gridCol w="607750"/>
                <a:gridCol w="434125"/>
                <a:gridCol w="758525"/>
                <a:gridCol w="469500"/>
                <a:gridCol w="497125"/>
                <a:gridCol w="844700"/>
                <a:gridCol w="1621150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/>
                        <a:t>                 MATERIAL </a:t>
                      </a:r>
                      <a:endParaRPr sz="800" u="none" cap="none" strike="noStrike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sng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sng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</a:t>
                      </a:r>
                      <a:endParaRPr sz="800" u="none" cap="none" strike="noStrik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Steam Condensate Corrosion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 cap="none" strike="noStrik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Under Insulation(CUI)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Head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50" name="Google Shape;5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8030" y="2733881"/>
            <a:ext cx="4071046" cy="154198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1" name="Google Shape;51;p4"/>
          <p:cNvGraphicFramePr/>
          <p:nvPr/>
        </p:nvGraphicFramePr>
        <p:xfrm>
          <a:off x="1926877" y="4419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{E8BA93DF-6782-4181-9216-1250B76D79DC}</a:tableStyleId>
              </a:tblPr>
              <a:tblGrid>
                <a:gridCol w="1644825"/>
                <a:gridCol w="2605725"/>
                <a:gridCol w="1997875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(100% Coverage)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b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Remove &gt;5% of suspected area (as per Attachment 2).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 or pit gauges as required if visual inspection reveal CUI as necessary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CUI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