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A7FF5-5FAC-471F-9895-1ADC558DDE96}">
  <a:tblStyle styleId="{A6DA7FF5-5FAC-471F-9895-1ADC558DDE9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8F56FB2-320F-4FA7-A890-C724B5D262B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{A6DA7FF5-5FAC-471F-9895-1ADC558DDE96}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{98F56FB2-320F-4FA7-A890-C724B5D262B5}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