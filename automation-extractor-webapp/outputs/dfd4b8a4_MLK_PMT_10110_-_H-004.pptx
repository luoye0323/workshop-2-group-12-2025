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Extracted Tables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 Tables: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Page 1 - Table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QTY.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REMARK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SEMI. ELLIPS HEAD 2:1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 (NON.) 4.25t (MIN.)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CHANNEL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LIFTING LUG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SA-36 OR 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LIFTING LUG WEAR PAD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SUPPORT LUG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SA-36 OR 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SUPPORT LUG 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SA-36 OR 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SUPPORT LUG WEAR PAD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EARTHING LUG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EXPANSION BELLOW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Page 1 - Table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39485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SHELL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TUBE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Unit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CODE &amp; STANDARD.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ASME SECT. VIII DIV. 1 2017 ED. / TEMA CLASS B 2007 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FLUID.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VAPOUR &amp; DMSO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CHILLED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VOLUME.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CUM.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OPERATING PRESS.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Bar(g)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OPERATING TEMP.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35~40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C°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DESIGN PRESS.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12/F.V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Bar(g)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DESIGN TEMP.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C°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TEST PRESS. HYDRO.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Bar(g)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PNEU.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P.W.H.T.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JOINT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RADIOGRAPHIC EXAM.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CORR. ALLOWANCE.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mm.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C°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NUMBERS OF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SURF / SHELL (EFF)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m2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INSULATION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 (BY OTHERS)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mm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WIND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m/s</a:t>
                      </a:r>
                    </a:p>
                  </a:txBody>
                  <a:tcPr/>
                </a:tc>
              </a:tr>
              <a:tr h="23948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EMPTY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Kg</a:t>
                      </a:r>
                    </a:p>
                  </a:txBody>
                  <a:tcPr/>
                </a:tc>
              </a:tr>
              <a:tr h="239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Page 1 - Table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QTY.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PIPE 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PIPE DATA SCH/THK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PIPE DATA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FLANGE 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FLANGE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FLANGE DATA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FLANGE DATA MATERIAL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WATER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WATER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CHILLED WATER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CHILLED WATER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DMSO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DMSO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SCH. 40s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SA-312-TP.316/316L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WNRF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Page 2 - Table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QTY.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REMARK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TUBESHEET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TUBESHEET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BODY FLANGE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SA-182-F.316/316L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DN600 ASME B16.5 CLASS 150# WNRF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BLIND FLANGE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HEX BOLT &amp; NUT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SA-193-B7 &amp; SA-194-2H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1-1/4" x 175LG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PARTITION 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BAFFLE 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SA-240-GR.316/316L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TIE 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SA-479-GR.316/316L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M8 Ø10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SA-194-8M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CNAF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CNAF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TUBE (SEAMLESS)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SA-213-TP.316/316L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Ø19.05 x 1.65t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