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0688638" cy="7562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F3F4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908"/>
    <p:restoredTop sz="94789"/>
  </p:normalViewPr>
  <p:slideViewPr>
    <p:cSldViewPr snapToGrid="0" snapToObjects="1">
      <p:cViewPr varScale="1">
        <p:scale>
          <a:sx n="106" d="100"/>
          <a:sy n="106" d="100"/>
        </p:scale>
        <p:origin x="21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40968" y="54985"/>
            <a:ext cx="340670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latin typeface="Emirates"/>
              </a:defRPr>
            </a:pPr>
            <a:r>
              <a:rPr dirty="0"/>
              <a:t>INSPECTION PLAN (ON-STREAM)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7C567FF-EAFB-51D1-ED2E-E2D1D06AD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225769"/>
              </p:ext>
            </p:extLst>
          </p:nvPr>
        </p:nvGraphicFramePr>
        <p:xfrm>
          <a:off x="273554" y="424317"/>
          <a:ext cx="10141529" cy="502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3022">
                  <a:extLst>
                    <a:ext uri="{9D8B030D-6E8A-4147-A177-3AD203B41FA5}">
                      <a16:colId xmlns:a16="http://schemas.microsoft.com/office/drawing/2014/main" val="1775927507"/>
                    </a:ext>
                  </a:extLst>
                </a:gridCol>
                <a:gridCol w="1075173">
                  <a:extLst>
                    <a:ext uri="{9D8B030D-6E8A-4147-A177-3AD203B41FA5}">
                      <a16:colId xmlns:a16="http://schemas.microsoft.com/office/drawing/2014/main" val="2407969366"/>
                    </a:ext>
                  </a:extLst>
                </a:gridCol>
                <a:gridCol w="2210638">
                  <a:extLst>
                    <a:ext uri="{9D8B030D-6E8A-4147-A177-3AD203B41FA5}">
                      <a16:colId xmlns:a16="http://schemas.microsoft.com/office/drawing/2014/main" val="410764386"/>
                    </a:ext>
                  </a:extLst>
                </a:gridCol>
                <a:gridCol w="793820">
                  <a:extLst>
                    <a:ext uri="{9D8B030D-6E8A-4147-A177-3AD203B41FA5}">
                      <a16:colId xmlns:a16="http://schemas.microsoft.com/office/drawing/2014/main" val="97015912"/>
                    </a:ext>
                  </a:extLst>
                </a:gridCol>
                <a:gridCol w="874206">
                  <a:extLst>
                    <a:ext uri="{9D8B030D-6E8A-4147-A177-3AD203B41FA5}">
                      <a16:colId xmlns:a16="http://schemas.microsoft.com/office/drawing/2014/main" val="1587814153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3710630776"/>
                    </a:ext>
                  </a:extLst>
                </a:gridCol>
                <a:gridCol w="1587640">
                  <a:extLst>
                    <a:ext uri="{9D8B030D-6E8A-4147-A177-3AD203B41FA5}">
                      <a16:colId xmlns:a16="http://schemas.microsoft.com/office/drawing/2014/main" val="2869101307"/>
                    </a:ext>
                  </a:extLst>
                </a:gridCol>
                <a:gridCol w="690896">
                  <a:extLst>
                    <a:ext uri="{9D8B030D-6E8A-4147-A177-3AD203B41FA5}">
                      <a16:colId xmlns:a16="http://schemas.microsoft.com/office/drawing/2014/main" val="3665611448"/>
                    </a:ext>
                  </a:extLst>
                </a:gridCol>
                <a:gridCol w="640477">
                  <a:extLst>
                    <a:ext uri="{9D8B030D-6E8A-4147-A177-3AD203B41FA5}">
                      <a16:colId xmlns:a16="http://schemas.microsoft.com/office/drawing/2014/main" val="367087455"/>
                    </a:ext>
                  </a:extLst>
                </a:gridCol>
              </a:tblGrid>
              <a:tr h="140568">
                <a:tc rowSpan="2">
                  <a:txBody>
                    <a:bodyPr/>
                    <a:lstStyle/>
                    <a:p>
                      <a:endParaRPr lang="en-US" sz="105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GENERAL INFORMATION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1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PLANT UNIT: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0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endParaRPr lang="en-US" sz="105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4589487"/>
                  </a:ext>
                </a:extLst>
              </a:tr>
              <a:tr h="17456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 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COOLING FOR WATER ON IRRIGATION OF AN ABSORBER A-8600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Tag. No :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H-003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PMT No. 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PMT 10109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 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2456898"/>
                  </a:ext>
                </a:extLst>
              </a:tr>
            </a:tbl>
          </a:graphicData>
        </a:graphic>
      </p:graphicFrame>
      <p:pic>
        <p:nvPicPr>
          <p:cNvPr id="13" name="Picture 12" descr="A logo with a red triangle&#10;&#10;AI-generated content may be incorrect.">
            <a:extLst>
              <a:ext uri="{FF2B5EF4-FFF2-40B4-BE49-F238E27FC236}">
                <a16:creationId xmlns:a16="http://schemas.microsoft.com/office/drawing/2014/main" id="{DB6F44E1-2D2F-B67E-D69B-79FCA5385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8620" y="469628"/>
            <a:ext cx="493594" cy="412297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D50CE3E-5005-497E-953E-6C278B0B4F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032587"/>
              </p:ext>
            </p:extLst>
          </p:nvPr>
        </p:nvGraphicFramePr>
        <p:xfrm>
          <a:off x="271647" y="1257241"/>
          <a:ext cx="10141530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4534">
                  <a:extLst>
                    <a:ext uri="{9D8B030D-6E8A-4147-A177-3AD203B41FA5}">
                      <a16:colId xmlns:a16="http://schemas.microsoft.com/office/drawing/2014/main" val="4076647827"/>
                    </a:ext>
                  </a:extLst>
                </a:gridCol>
                <a:gridCol w="968603">
                  <a:extLst>
                    <a:ext uri="{9D8B030D-6E8A-4147-A177-3AD203B41FA5}">
                      <a16:colId xmlns:a16="http://schemas.microsoft.com/office/drawing/2014/main" val="3894136694"/>
                    </a:ext>
                  </a:extLst>
                </a:gridCol>
                <a:gridCol w="1051362">
                  <a:extLst>
                    <a:ext uri="{9D8B030D-6E8A-4147-A177-3AD203B41FA5}">
                      <a16:colId xmlns:a16="http://schemas.microsoft.com/office/drawing/2014/main" val="3606681465"/>
                    </a:ext>
                  </a:extLst>
                </a:gridCol>
                <a:gridCol w="850232">
                  <a:extLst>
                    <a:ext uri="{9D8B030D-6E8A-4147-A177-3AD203B41FA5}">
                      <a16:colId xmlns:a16="http://schemas.microsoft.com/office/drawing/2014/main" val="3208042906"/>
                    </a:ext>
                  </a:extLst>
                </a:gridCol>
                <a:gridCol w="905086">
                  <a:extLst>
                    <a:ext uri="{9D8B030D-6E8A-4147-A177-3AD203B41FA5}">
                      <a16:colId xmlns:a16="http://schemas.microsoft.com/office/drawing/2014/main" val="269336379"/>
                    </a:ext>
                  </a:extLst>
                </a:gridCol>
                <a:gridCol w="624632">
                  <a:extLst>
                    <a:ext uri="{9D8B030D-6E8A-4147-A177-3AD203B41FA5}">
                      <a16:colId xmlns:a16="http://schemas.microsoft.com/office/drawing/2014/main" val="62690874"/>
                    </a:ext>
                  </a:extLst>
                </a:gridCol>
                <a:gridCol w="990720">
                  <a:extLst>
                    <a:ext uri="{9D8B030D-6E8A-4147-A177-3AD203B41FA5}">
                      <a16:colId xmlns:a16="http://schemas.microsoft.com/office/drawing/2014/main" val="1937997431"/>
                    </a:ext>
                  </a:extLst>
                </a:gridCol>
                <a:gridCol w="786878">
                  <a:extLst>
                    <a:ext uri="{9D8B030D-6E8A-4147-A177-3AD203B41FA5}">
                      <a16:colId xmlns:a16="http://schemas.microsoft.com/office/drawing/2014/main" val="4121445251"/>
                    </a:ext>
                  </a:extLst>
                </a:gridCol>
                <a:gridCol w="786878">
                  <a:extLst>
                    <a:ext uri="{9D8B030D-6E8A-4147-A177-3AD203B41FA5}">
                      <a16:colId xmlns:a16="http://schemas.microsoft.com/office/drawing/2014/main" val="557571755"/>
                    </a:ext>
                  </a:extLst>
                </a:gridCol>
                <a:gridCol w="1081454">
                  <a:extLst>
                    <a:ext uri="{9D8B030D-6E8A-4147-A177-3AD203B41FA5}">
                      <a16:colId xmlns:a16="http://schemas.microsoft.com/office/drawing/2014/main" val="3624714411"/>
                    </a:ext>
                  </a:extLst>
                </a:gridCol>
                <a:gridCol w="1361151">
                  <a:extLst>
                    <a:ext uri="{9D8B030D-6E8A-4147-A177-3AD203B41FA5}">
                      <a16:colId xmlns:a16="http://schemas.microsoft.com/office/drawing/2014/main" val="2091280081"/>
                    </a:ext>
                  </a:extLst>
                </a:gridCol>
              </a:tblGrid>
              <a:tr h="243604">
                <a:tc rowSpan="3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FLUID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DESIGN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MATERIAL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INSULATED </a:t>
                      </a:r>
                    </a:p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(Y/N)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OP. PARAMETER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CURRENT RISK RATING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/>
                      <a:endParaRPr 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120775"/>
                  </a:ext>
                </a:extLst>
              </a:tr>
              <a:tr h="1272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SPEC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/>
                      <a:endParaRPr 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34427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(ºC)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Mpa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043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WATER DMSO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ASME VIII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Stainless Steel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SA312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TP316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028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WATER DMSO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Heads (End Caps)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ASME VIII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Stainless Steel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SA403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6855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CHILLED WATER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Tube Bundle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ASME VIII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Stainless Steel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Specified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Specified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2011359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4180583-59AB-4535-5E32-7CDDB39795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370812"/>
              </p:ext>
            </p:extLst>
          </p:nvPr>
        </p:nvGraphicFramePr>
        <p:xfrm>
          <a:off x="271647" y="3847966"/>
          <a:ext cx="5891409" cy="24431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9721">
                  <a:extLst>
                    <a:ext uri="{9D8B030D-6E8A-4147-A177-3AD203B41FA5}">
                      <a16:colId xmlns:a16="http://schemas.microsoft.com/office/drawing/2014/main" val="639182057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1538567353"/>
                    </a:ext>
                  </a:extLst>
                </a:gridCol>
                <a:gridCol w="2029968">
                  <a:extLst>
                    <a:ext uri="{9D8B030D-6E8A-4147-A177-3AD203B41FA5}">
                      <a16:colId xmlns:a16="http://schemas.microsoft.com/office/drawing/2014/main" val="1643263953"/>
                    </a:ext>
                  </a:extLst>
                </a:gridCol>
              </a:tblGrid>
              <a:tr h="322044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INSPECTION 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INSPECTION COVERAGE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DAMAGE MECHANISM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903079"/>
                  </a:ext>
                </a:extLst>
              </a:tr>
              <a:tr h="1060531">
                <a:tc>
                  <a:txBody>
                    <a:bodyPr/>
                    <a:lstStyle/>
                    <a:p>
                      <a:endParaRPr 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744586"/>
                  </a:ext>
                </a:extLst>
              </a:tr>
              <a:tr h="1060531">
                <a:tc>
                  <a:txBody>
                    <a:bodyPr/>
                    <a:lstStyle/>
                    <a:p>
                      <a:endParaRPr 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677743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76B5779-9E72-843C-9681-E96B45AA0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346445"/>
              </p:ext>
            </p:extLst>
          </p:nvPr>
        </p:nvGraphicFramePr>
        <p:xfrm>
          <a:off x="6254496" y="3441446"/>
          <a:ext cx="4158681" cy="32909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8681">
                  <a:extLst>
                    <a:ext uri="{9D8B030D-6E8A-4147-A177-3AD203B41FA5}">
                      <a16:colId xmlns:a16="http://schemas.microsoft.com/office/drawing/2014/main" val="3367809070"/>
                    </a:ext>
                  </a:extLst>
                </a:gridCol>
              </a:tblGrid>
              <a:tr h="32909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{{IMAGE_PLACEHOLDER}}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368562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92D6A2B-9080-C255-73E7-433A57EE11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465781"/>
              </p:ext>
            </p:extLst>
          </p:nvPr>
        </p:nvGraphicFramePr>
        <p:xfrm>
          <a:off x="273554" y="6841762"/>
          <a:ext cx="10141529" cy="502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7589">
                  <a:extLst>
                    <a:ext uri="{9D8B030D-6E8A-4147-A177-3AD203B41FA5}">
                      <a16:colId xmlns:a16="http://schemas.microsoft.com/office/drawing/2014/main" val="1720480731"/>
                    </a:ext>
                  </a:extLst>
                </a:gridCol>
                <a:gridCol w="1836788">
                  <a:extLst>
                    <a:ext uri="{9D8B030D-6E8A-4147-A177-3AD203B41FA5}">
                      <a16:colId xmlns:a16="http://schemas.microsoft.com/office/drawing/2014/main" val="3666789379"/>
                    </a:ext>
                  </a:extLst>
                </a:gridCol>
                <a:gridCol w="1836788">
                  <a:extLst>
                    <a:ext uri="{9D8B030D-6E8A-4147-A177-3AD203B41FA5}">
                      <a16:colId xmlns:a16="http://schemas.microsoft.com/office/drawing/2014/main" val="1954990030"/>
                    </a:ext>
                  </a:extLst>
                </a:gridCol>
                <a:gridCol w="1836788">
                  <a:extLst>
                    <a:ext uri="{9D8B030D-6E8A-4147-A177-3AD203B41FA5}">
                      <a16:colId xmlns:a16="http://schemas.microsoft.com/office/drawing/2014/main" val="2291449436"/>
                    </a:ext>
                  </a:extLst>
                </a:gridCol>
                <a:gridCol w="1836788">
                  <a:extLst>
                    <a:ext uri="{9D8B030D-6E8A-4147-A177-3AD203B41FA5}">
                      <a16:colId xmlns:a16="http://schemas.microsoft.com/office/drawing/2014/main" val="3328928104"/>
                    </a:ext>
                  </a:extLst>
                </a:gridCol>
                <a:gridCol w="1836788">
                  <a:extLst>
                    <a:ext uri="{9D8B030D-6E8A-4147-A177-3AD203B41FA5}">
                      <a16:colId xmlns:a16="http://schemas.microsoft.com/office/drawing/2014/main" val="1666164065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Prepared by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{{PREPARED_BY}}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Review and Approved by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{{APPROVED_BY}}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Acknowledged and Acc. by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{{ACK._BY}}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1833829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26-Dec-25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26-Dec-25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26-Dec-25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68060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</TotalTime>
  <Words>199</Words>
  <Application>Microsoft Macintosh PowerPoint</Application>
  <PresentationFormat>Custom</PresentationFormat>
  <Paragraphs>70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PUTRA AZAM BIN MAZAH</cp:lastModifiedBy>
  <cp:revision>4</cp:revision>
  <dcterms:created xsi:type="dcterms:W3CDTF">2013-01-27T09:14:16Z</dcterms:created>
  <dcterms:modified xsi:type="dcterms:W3CDTF">2025-12-26T13:04:24Z</dcterms:modified>
  <cp:category/>
</cp:coreProperties>
</file>