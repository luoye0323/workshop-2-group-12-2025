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774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latin typeface="Emirates"/>
              </a:defRPr>
            </a:pPr>
            <a:r>
              <a:t>INSPECTION PLAN (ON-STREAM)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640080"/>
          <a:ext cx="977493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914400"/>
                <a:gridCol w="1545336"/>
              </a:tblGrid>
              <a:tr h="365760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GENERAL INFORMATION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Arial"/>
                        </a:rPr>
                        <a:t>PLANT UNIT: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Description : Expansion Tank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Tag. No : V-002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latin typeface="Arial"/>
                        </a:rPr>
                        <a:t>PMT. No : PMT 10102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Rev 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petro-logo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042415"/>
            <a:ext cx="960120" cy="29161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97749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097280"/>
                <a:gridCol w="548640"/>
                <a:gridCol w="548640"/>
                <a:gridCol w="548640"/>
                <a:gridCol w="731520"/>
                <a:gridCol w="548640"/>
                <a:gridCol w="548640"/>
                <a:gridCol w="914400"/>
                <a:gridCol w="2002536"/>
              </a:tblGrid>
              <a:tr h="36576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FLUID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DESIGN CODE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INSULATED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(Y/N)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OP. PARAMETER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CURRENT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RISK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RATING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Corrosion Group :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Damage Mechanism</a:t>
                      </a:r>
                    </a:p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Susceptible:</a:t>
                      </a:r>
                    </a:p>
                  </a:txBody>
                  <a:tcPr>
                    <a:solidFill>
                      <a:srgbClr val="FFFF99"/>
                    </a:solidFill>
                  </a:tcPr>
                </a:tc>
              </a:tr>
              <a:tr h="36576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SPEC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GR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(C)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(Mpa)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Top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ASME VIII Div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SA-516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1.0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 rowSpan="3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ASME VIII Div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SA-516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1.0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Bottom 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ASME VIII Div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SA-516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>1.0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25196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03120"/>
                <a:gridCol w="13716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INSPECTION</a:t>
                      </a:r>
                    </a:p>
                    <a:p>
                      <a:pPr algn="ctr"/>
                      <a:r>
                        <a:rPr sz="900" b="1">
                          <a:latin typeface="Arial"/>
                        </a:rPr>
                        <a:t>METHOD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INSPECTION COVERAGE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rial"/>
                        </a:rPr>
                        <a:t>DAMAGE MECHANISM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EBF1D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303520" y="3474720"/>
            <a:ext cx="4928616" cy="320040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[EQUIPMENT DRAWING]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6858000"/>
          <a:ext cx="977493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8312"/>
                <a:gridCol w="3258312"/>
                <a:gridCol w="3258312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Prepared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Review and Approved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Arial"/>
                        </a:rPr>
                        <a:t>Acknowledge and Acc. by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Arial"/>
                        </a:rPr>
                        <a:t>Date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