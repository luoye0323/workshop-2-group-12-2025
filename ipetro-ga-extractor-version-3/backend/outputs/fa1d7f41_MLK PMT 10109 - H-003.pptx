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latin typeface="Arial"/>
              </a:defRPr>
            </a:pPr>
            <a:r>
              <a:t>INSPECTION PLAN (ON-STREAM)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640080"/>
          <a:ext cx="97749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914400"/>
                <a:gridCol w="1545336"/>
              </a:tblGrid>
              <a:tr h="365760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GENERAL INFORMATION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Arial"/>
                        </a:rPr>
                        <a:t>PLANT UNIT: A-8600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Description : COOLING WATER ON IRRIGATION OF AN ABSORBER A-8600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Tag. No : H-003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PMT. No : PMT 10109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Rev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petro-logo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005840"/>
            <a:ext cx="365760" cy="3657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97749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97280"/>
                <a:gridCol w="548640"/>
                <a:gridCol w="548640"/>
                <a:gridCol w="548640"/>
                <a:gridCol w="731520"/>
                <a:gridCol w="548640"/>
                <a:gridCol w="548640"/>
                <a:gridCol w="914400"/>
                <a:gridCol w="2002536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FLUID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DESIGN CODE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MATERIAL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INSULATED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(Y/N)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OP. PARAMETER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CURRENT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RISK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RATING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Arial"/>
                        </a:rPr>
                        <a:t>Corrosion Group :</a:t>
                      </a:r>
                    </a:p>
                    <a:p>
                      <a:pPr algn="l"/>
                      <a:r>
                        <a:rPr sz="900" b="1">
                          <a:latin typeface="Arial"/>
                        </a:rPr>
                        <a:t>Damage Mechanism</a:t>
                      </a:r>
                    </a:p>
                    <a:p>
                      <a:pPr algn="l"/>
                      <a:r>
                        <a:rPr sz="900" b="1">
                          <a:latin typeface="Arial"/>
                        </a:rPr>
                        <a:t>Susceptible: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SPEC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T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(C)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P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(Mpa)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WATER DMSO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Top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BOILER &amp; PRESSURE VESSEL SECTION VIII, DIV. 1, ED. 2017 + TEMA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Wrought 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 rowSpan="3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WATER DMSO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BOILER &amp; PRESSURE VESSEL SECTION VIII, DIV. 1, ED. 2017 + TEMA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TP316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WATER DMSO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Bottom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BOILER &amp; PRESSURE VESSEL SECTION VIII, DIV. 1, ED. 2017 + TEMA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Wrought 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0.0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6576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INSPECTION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INSPECTION COVERAGE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DAMAGE MECHANISM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03520" y="3474720"/>
            <a:ext cx="4928616" cy="320040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[EQUIPMENT DRAWING]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6858000"/>
          <a:ext cx="977493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312"/>
                <a:gridCol w="3258312"/>
                <a:gridCol w="32583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Prepared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Review and Approved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Acknowledge and Acc. by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